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5604774e0765e02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h5604774e0765e02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5604774e0765e0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5604774e0765e0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5604774e0765e02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5604774e0765e02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604774e0765e02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604774e0765e02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5604774e0765e02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5604774e0765e02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7" name="Google Shape;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2" name="Google Shape;6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2" name="Google Shape;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7" name="Google Shape;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